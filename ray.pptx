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sldIdLst>
    <p:sldId id="261" r:id="rId2"/>
  </p:sldIdLst>
  <p:sldSz cx="9144000" cy="5143500" type="screen16x9"/>
  <p:notesSz cx="6797675" cy="9926638"/>
  <p:defaultTextStyle>
    <a:defPPr>
      <a:defRPr lang="de-DE"/>
    </a:defPPr>
    <a:lvl1pPr algn="l" rtl="0" fontAlgn="base">
      <a:spcBef>
        <a:spcPct val="50000"/>
      </a:spcBef>
      <a:spcAft>
        <a:spcPct val="0"/>
      </a:spcAft>
      <a:buClr>
        <a:srgbClr val="001E46"/>
      </a:buClr>
      <a:buFont typeface="Wingdings" pitchFamily="2" charset="2"/>
      <a:defRPr kern="1200">
        <a:solidFill>
          <a:srgbClr val="4D4D4D"/>
        </a:solidFill>
        <a:latin typeface="Arial" charset="0"/>
        <a:ea typeface="+mn-ea"/>
        <a:cs typeface="+mn-cs"/>
      </a:defRPr>
    </a:lvl1pPr>
    <a:lvl2pPr marL="457200" algn="l" rtl="0" fontAlgn="base">
      <a:spcBef>
        <a:spcPct val="50000"/>
      </a:spcBef>
      <a:spcAft>
        <a:spcPct val="0"/>
      </a:spcAft>
      <a:buClr>
        <a:srgbClr val="001E46"/>
      </a:buClr>
      <a:buFont typeface="Wingdings" pitchFamily="2" charset="2"/>
      <a:defRPr kern="1200">
        <a:solidFill>
          <a:srgbClr val="4D4D4D"/>
        </a:solidFill>
        <a:latin typeface="Arial" charset="0"/>
        <a:ea typeface="+mn-ea"/>
        <a:cs typeface="+mn-cs"/>
      </a:defRPr>
    </a:lvl2pPr>
    <a:lvl3pPr marL="914400" algn="l" rtl="0" fontAlgn="base">
      <a:spcBef>
        <a:spcPct val="50000"/>
      </a:spcBef>
      <a:spcAft>
        <a:spcPct val="0"/>
      </a:spcAft>
      <a:buClr>
        <a:srgbClr val="001E46"/>
      </a:buClr>
      <a:buFont typeface="Wingdings" pitchFamily="2" charset="2"/>
      <a:defRPr kern="1200">
        <a:solidFill>
          <a:srgbClr val="4D4D4D"/>
        </a:solidFill>
        <a:latin typeface="Arial" charset="0"/>
        <a:ea typeface="+mn-ea"/>
        <a:cs typeface="+mn-cs"/>
      </a:defRPr>
    </a:lvl3pPr>
    <a:lvl4pPr marL="1371600" algn="l" rtl="0" fontAlgn="base">
      <a:spcBef>
        <a:spcPct val="50000"/>
      </a:spcBef>
      <a:spcAft>
        <a:spcPct val="0"/>
      </a:spcAft>
      <a:buClr>
        <a:srgbClr val="001E46"/>
      </a:buClr>
      <a:buFont typeface="Wingdings" pitchFamily="2" charset="2"/>
      <a:defRPr kern="1200">
        <a:solidFill>
          <a:srgbClr val="4D4D4D"/>
        </a:solidFill>
        <a:latin typeface="Arial" charset="0"/>
        <a:ea typeface="+mn-ea"/>
        <a:cs typeface="+mn-cs"/>
      </a:defRPr>
    </a:lvl4pPr>
    <a:lvl5pPr marL="1828800" algn="l" rtl="0" fontAlgn="base">
      <a:spcBef>
        <a:spcPct val="50000"/>
      </a:spcBef>
      <a:spcAft>
        <a:spcPct val="0"/>
      </a:spcAft>
      <a:buClr>
        <a:srgbClr val="001E46"/>
      </a:buClr>
      <a:buFont typeface="Wingdings" pitchFamily="2" charset="2"/>
      <a:defRPr kern="1200">
        <a:solidFill>
          <a:srgbClr val="4D4D4D"/>
        </a:solidFill>
        <a:latin typeface="Arial" charset="0"/>
        <a:ea typeface="+mn-ea"/>
        <a:cs typeface="+mn-cs"/>
      </a:defRPr>
    </a:lvl5pPr>
    <a:lvl6pPr marL="2286000" algn="l" defTabSz="914400" rtl="0" eaLnBrk="1" latinLnBrk="0" hangingPunct="1">
      <a:defRPr kern="1200">
        <a:solidFill>
          <a:srgbClr val="4D4D4D"/>
        </a:solidFill>
        <a:latin typeface="Arial" charset="0"/>
        <a:ea typeface="+mn-ea"/>
        <a:cs typeface="+mn-cs"/>
      </a:defRPr>
    </a:lvl6pPr>
    <a:lvl7pPr marL="2743200" algn="l" defTabSz="914400" rtl="0" eaLnBrk="1" latinLnBrk="0" hangingPunct="1">
      <a:defRPr kern="1200">
        <a:solidFill>
          <a:srgbClr val="4D4D4D"/>
        </a:solidFill>
        <a:latin typeface="Arial" charset="0"/>
        <a:ea typeface="+mn-ea"/>
        <a:cs typeface="+mn-cs"/>
      </a:defRPr>
    </a:lvl7pPr>
    <a:lvl8pPr marL="3200400" algn="l" defTabSz="914400" rtl="0" eaLnBrk="1" latinLnBrk="0" hangingPunct="1">
      <a:defRPr kern="1200">
        <a:solidFill>
          <a:srgbClr val="4D4D4D"/>
        </a:solidFill>
        <a:latin typeface="Arial" charset="0"/>
        <a:ea typeface="+mn-ea"/>
        <a:cs typeface="+mn-cs"/>
      </a:defRPr>
    </a:lvl8pPr>
    <a:lvl9pPr marL="3657600" algn="l" defTabSz="914400" rtl="0" eaLnBrk="1" latinLnBrk="0" hangingPunct="1">
      <a:defRPr kern="1200">
        <a:solidFill>
          <a:srgbClr val="4D4D4D"/>
        </a:solidFill>
        <a:latin typeface="Arial" charset="0"/>
        <a:ea typeface="+mn-ea"/>
        <a:cs typeface="+mn-cs"/>
      </a:defRPr>
    </a:lvl9pPr>
  </p:defaultTextStyle>
  <p:extLst>
    <p:ext uri="{EFAFB233-063F-42B5-8137-9DF3F51BA10A}">
      <p15:sldGuideLst xmlns:p15="http://schemas.microsoft.com/office/powerpoint/2012/main">
        <p15:guide id="1" orient="horz" pos="2849">
          <p15:clr>
            <a:srgbClr val="A4A3A4"/>
          </p15:clr>
        </p15:guide>
        <p15:guide id="2" orient="horz" pos="701">
          <p15:clr>
            <a:srgbClr val="A4A3A4"/>
          </p15:clr>
        </p15:guide>
        <p15:guide id="3" pos="5627">
          <p15:clr>
            <a:srgbClr val="A4A3A4"/>
          </p15:clr>
        </p15:guide>
        <p15:guide id="4" pos="521">
          <p15:clr>
            <a:srgbClr val="A4A3A4"/>
          </p15:clr>
        </p15:guide>
      </p15:sldGuideLst>
    </p:ext>
    <p:ext uri="{2D200454-40CA-4A62-9FC3-DE9A4176ACB9}">
      <p15:notesGuideLst xmlns:p15="http://schemas.microsoft.com/office/powerpoint/2012/main">
        <p15:guide id="1" orient="horz" pos="3127">
          <p15:clr>
            <a:srgbClr val="A4A3A4"/>
          </p15:clr>
        </p15:guide>
        <p15:guide id="2" pos="214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keting" initials="M"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343434"/>
    <a:srgbClr val="323232"/>
    <a:srgbClr val="009A44"/>
    <a:srgbClr val="F39510"/>
    <a:srgbClr val="B6123E"/>
    <a:srgbClr val="285078"/>
    <a:srgbClr val="3C5078"/>
    <a:srgbClr val="003264"/>
    <a:srgbClr val="415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7E8D99-3D41-4754-94FC-39EFE120E4BD}" v="60" dt="2025-12-08T00:42:03.890"/>
    <p1510:client id="{BA379F98-A0D7-488F-8B56-EE3D37C13FE0}" v="96" dt="2025-12-08T01:18:38.8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4" autoAdjust="0"/>
    <p:restoredTop sz="94643" autoAdjust="0"/>
  </p:normalViewPr>
  <p:slideViewPr>
    <p:cSldViewPr>
      <p:cViewPr varScale="1">
        <p:scale>
          <a:sx n="155" d="100"/>
          <a:sy n="155" d="100"/>
        </p:scale>
        <p:origin x="184" y="800"/>
      </p:cViewPr>
      <p:guideLst>
        <p:guide orient="horz" pos="2849"/>
        <p:guide orient="horz" pos="701"/>
        <p:guide pos="5627"/>
        <p:guide pos="52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1" d="100"/>
          <a:sy n="81" d="100"/>
        </p:scale>
        <p:origin x="-2070" y="-84"/>
      </p:cViewPr>
      <p:guideLst>
        <p:guide orient="horz" pos="3127"/>
        <p:guide pos="214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0" y="0"/>
            <a:ext cx="2948730" cy="497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32" tIns="50668" rIns="101332" bIns="50668" numCol="1" anchor="t" anchorCtr="0" compatLnSpc="1">
            <a:prstTxWarp prst="textNoShape">
              <a:avLst/>
            </a:prstTxWarp>
          </a:bodyPr>
          <a:lstStyle>
            <a:lvl1pPr defTabSz="1015072">
              <a:spcBef>
                <a:spcPct val="0"/>
              </a:spcBef>
              <a:buClrTx/>
              <a:buFontTx/>
              <a:buNone/>
              <a:defRPr sz="1200">
                <a:solidFill>
                  <a:schemeClr val="tx1"/>
                </a:solidFill>
              </a:defRPr>
            </a:lvl1pPr>
          </a:lstStyle>
          <a:p>
            <a:endParaRPr lang="de-DE"/>
          </a:p>
        </p:txBody>
      </p:sp>
      <p:sp>
        <p:nvSpPr>
          <p:cNvPr id="220163" name="Rectangle 3"/>
          <p:cNvSpPr>
            <a:spLocks noGrp="1" noChangeArrowheads="1"/>
          </p:cNvSpPr>
          <p:nvPr>
            <p:ph type="dt" idx="1"/>
          </p:nvPr>
        </p:nvSpPr>
        <p:spPr bwMode="auto">
          <a:xfrm>
            <a:off x="3848945" y="0"/>
            <a:ext cx="2948730" cy="497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32" tIns="50668" rIns="101332" bIns="50668" numCol="1" anchor="t" anchorCtr="0" compatLnSpc="1">
            <a:prstTxWarp prst="textNoShape">
              <a:avLst/>
            </a:prstTxWarp>
          </a:bodyPr>
          <a:lstStyle>
            <a:lvl1pPr algn="r" defTabSz="1015072">
              <a:spcBef>
                <a:spcPct val="0"/>
              </a:spcBef>
              <a:buClrTx/>
              <a:buFontTx/>
              <a:buNone/>
              <a:defRPr sz="1200">
                <a:solidFill>
                  <a:schemeClr val="tx1"/>
                </a:solidFill>
              </a:defRPr>
            </a:lvl1pPr>
          </a:lstStyle>
          <a:p>
            <a:endParaRPr lang="de-DE"/>
          </a:p>
        </p:txBody>
      </p:sp>
      <p:sp>
        <p:nvSpPr>
          <p:cNvPr id="220164" name="Rectangle 4"/>
          <p:cNvSpPr>
            <a:spLocks noGrp="1" noRot="1" noChangeAspect="1" noChangeArrowheads="1" noTextEdit="1"/>
          </p:cNvSpPr>
          <p:nvPr>
            <p:ph type="sldImg" idx="2"/>
          </p:nvPr>
        </p:nvSpPr>
        <p:spPr bwMode="auto">
          <a:xfrm>
            <a:off x="93663" y="742950"/>
            <a:ext cx="6618287" cy="37226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0165" name="Rectangle 5"/>
          <p:cNvSpPr>
            <a:spLocks noGrp="1" noChangeArrowheads="1"/>
          </p:cNvSpPr>
          <p:nvPr>
            <p:ph type="body" sz="quarter" idx="3"/>
          </p:nvPr>
        </p:nvSpPr>
        <p:spPr bwMode="auto">
          <a:xfrm>
            <a:off x="680478" y="4717391"/>
            <a:ext cx="5436723" cy="446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32" tIns="50668" rIns="101332" bIns="50668"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220166" name="Rectangle 6"/>
          <p:cNvSpPr>
            <a:spLocks noGrp="1" noChangeArrowheads="1"/>
          </p:cNvSpPr>
          <p:nvPr>
            <p:ph type="ftr" sz="quarter" idx="4"/>
          </p:nvPr>
        </p:nvSpPr>
        <p:spPr bwMode="auto">
          <a:xfrm>
            <a:off x="0" y="9429192"/>
            <a:ext cx="2948730" cy="497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32" tIns="50668" rIns="101332" bIns="50668" numCol="1" anchor="b" anchorCtr="0" compatLnSpc="1">
            <a:prstTxWarp prst="textNoShape">
              <a:avLst/>
            </a:prstTxWarp>
          </a:bodyPr>
          <a:lstStyle>
            <a:lvl1pPr defTabSz="1015072">
              <a:spcBef>
                <a:spcPct val="0"/>
              </a:spcBef>
              <a:buClrTx/>
              <a:buFontTx/>
              <a:buNone/>
              <a:defRPr sz="1200">
                <a:solidFill>
                  <a:schemeClr val="tx1"/>
                </a:solidFill>
              </a:defRPr>
            </a:lvl1pPr>
          </a:lstStyle>
          <a:p>
            <a:endParaRPr lang="de-DE"/>
          </a:p>
        </p:txBody>
      </p:sp>
      <p:sp>
        <p:nvSpPr>
          <p:cNvPr id="220167" name="Rectangle 7"/>
          <p:cNvSpPr>
            <a:spLocks noGrp="1" noChangeArrowheads="1"/>
          </p:cNvSpPr>
          <p:nvPr>
            <p:ph type="sldNum" sz="quarter" idx="5"/>
          </p:nvPr>
        </p:nvSpPr>
        <p:spPr bwMode="auto">
          <a:xfrm>
            <a:off x="3848945" y="9429192"/>
            <a:ext cx="2948730" cy="497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32" tIns="50668" rIns="101332" bIns="50668" numCol="1" anchor="b" anchorCtr="0" compatLnSpc="1">
            <a:prstTxWarp prst="textNoShape">
              <a:avLst/>
            </a:prstTxWarp>
          </a:bodyPr>
          <a:lstStyle>
            <a:lvl1pPr algn="r" defTabSz="1015072">
              <a:spcBef>
                <a:spcPct val="0"/>
              </a:spcBef>
              <a:buClrTx/>
              <a:buFontTx/>
              <a:buNone/>
              <a:defRPr sz="1200">
                <a:solidFill>
                  <a:schemeClr val="tx1"/>
                </a:solidFill>
              </a:defRPr>
            </a:lvl1pPr>
          </a:lstStyle>
          <a:p>
            <a:fld id="{C045881A-AB05-4172-8CB2-6636B1E2BADA}" type="slidenum">
              <a:rPr lang="de-DE"/>
              <a:pPr/>
              <a:t>‹#›</a:t>
            </a:fld>
            <a:endParaRPr lang="de-DE"/>
          </a:p>
        </p:txBody>
      </p:sp>
    </p:spTree>
    <p:extLst>
      <p:ext uri="{BB962C8B-B14F-4D97-AF65-F5344CB8AC3E}">
        <p14:creationId xmlns:p14="http://schemas.microsoft.com/office/powerpoint/2010/main" val="238302931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I'm very happy to introduce the next speaker, my supervisor, Raymundo Baez Mendoza. After a bachelor's in Psychology in Mexico City, he did his master's in Tubingen and then a PhD at Cambridge under Wolfram Schultz where he studied how monkeys encode rewards in social situations. He then did his postdoc at Harvard and </a:t>
            </a:r>
            <a:r>
              <a:rPr lang="en-US" dirty="0" err="1">
                <a:latin typeface="Calibri"/>
                <a:ea typeface="Calibri"/>
                <a:cs typeface="Calibri"/>
              </a:rPr>
              <a:t>MassGen</a:t>
            </a:r>
            <a:r>
              <a:rPr lang="en-US" dirty="0">
                <a:latin typeface="Calibri"/>
                <a:ea typeface="Calibri"/>
                <a:cs typeface="Calibri"/>
              </a:rPr>
              <a:t> hospital with Ziv Williams where he continued studying neural dynamics of monkeys and their decisions in social contexts. Then, in 2022, he started his Social Neurobiology lab here at the DPZ. Now he and we continue studying the neural foundations of how humans and marmosets are able to form and maintain social relationships.</a:t>
            </a:r>
            <a:endParaRPr lang="en-US" dirty="0">
              <a:solidFill>
                <a:srgbClr val="000000"/>
              </a:solidFill>
              <a:latin typeface="Arial"/>
              <a:ea typeface="Calibri"/>
              <a:cs typeface="Arial"/>
            </a:endParaRPr>
          </a:p>
        </p:txBody>
      </p:sp>
      <p:sp>
        <p:nvSpPr>
          <p:cNvPr id="4" name="Slide Number Placeholder 3"/>
          <p:cNvSpPr>
            <a:spLocks noGrp="1"/>
          </p:cNvSpPr>
          <p:nvPr>
            <p:ph type="sldNum" sz="quarter" idx="5"/>
          </p:nvPr>
        </p:nvSpPr>
        <p:spPr/>
        <p:txBody>
          <a:bodyPr/>
          <a:lstStyle/>
          <a:p>
            <a:fld id="{C045881A-AB05-4172-8CB2-6636B1E2BADA}" type="slidenum">
              <a:rPr lang="de-DE"/>
              <a:pPr/>
              <a:t>1</a:t>
            </a:fld>
            <a:endParaRPr lang="de-DE"/>
          </a:p>
        </p:txBody>
      </p:sp>
    </p:spTree>
    <p:extLst>
      <p:ext uri="{BB962C8B-B14F-4D97-AF65-F5344CB8AC3E}">
        <p14:creationId xmlns:p14="http://schemas.microsoft.com/office/powerpoint/2010/main" val="3171490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PZ Titelfolie">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3712146" y="2119606"/>
            <a:ext cx="4104456" cy="785069"/>
          </a:xfrm>
        </p:spPr>
        <p:txBody>
          <a:bodyPr/>
          <a:lstStyle>
            <a:lvl1pPr>
              <a:defRPr sz="2800">
                <a:solidFill>
                  <a:srgbClr val="009A44"/>
                </a:solidFill>
              </a:defRPr>
            </a:lvl1pPr>
          </a:lstStyle>
          <a:p>
            <a:pPr lvl="0"/>
            <a:r>
              <a:rPr lang="de-DE" noProof="0" dirty="0"/>
              <a:t>Titelmasterformat durch Klicken bearbeiten</a:t>
            </a:r>
          </a:p>
        </p:txBody>
      </p:sp>
      <p:sp>
        <p:nvSpPr>
          <p:cNvPr id="12291" name="Rectangle 3"/>
          <p:cNvSpPr>
            <a:spLocks noGrp="1" noChangeArrowheads="1"/>
          </p:cNvSpPr>
          <p:nvPr>
            <p:ph type="subTitle" idx="1"/>
          </p:nvPr>
        </p:nvSpPr>
        <p:spPr>
          <a:xfrm>
            <a:off x="3712146" y="2949792"/>
            <a:ext cx="4748286" cy="1152432"/>
          </a:xfrm>
        </p:spPr>
        <p:txBody>
          <a:bodyPr/>
          <a:lstStyle>
            <a:lvl1pPr marL="0" indent="0">
              <a:buFont typeface="Wingdings" pitchFamily="2" charset="2"/>
              <a:buNone/>
              <a:defRPr sz="2000">
                <a:solidFill>
                  <a:srgbClr val="333333"/>
                </a:solidFill>
              </a:defRPr>
            </a:lvl1pPr>
          </a:lstStyle>
          <a:p>
            <a:pPr lvl="0"/>
            <a:r>
              <a:rPr lang="de-DE" noProof="0" dirty="0"/>
              <a:t>Formatvorlage des Untertitelmasters durch Klicken bearbeiten</a:t>
            </a:r>
          </a:p>
        </p:txBody>
      </p:sp>
      <p:pic>
        <p:nvPicPr>
          <p:cNvPr id="7" name="Picture 2" descr="Y:\Ordnerstruktur\Projekte\laufende Projekte\DPZ (NP)\Design\Neues DPZ-CD\Fotos_Grafiken\Gestaltungselement\DPZ_Gestaltungselement_grau20.em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093296" y="-1748730"/>
            <a:ext cx="9720572" cy="972057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9001" t="7822" r="7098" b="8031"/>
          <a:stretch/>
        </p:blipFill>
        <p:spPr bwMode="auto">
          <a:xfrm>
            <a:off x="6888989" y="195633"/>
            <a:ext cx="2003491" cy="1295997"/>
          </a:xfrm>
          <a:prstGeom prst="rect">
            <a:avLst/>
          </a:prstGeom>
          <a:noFill/>
          <a:extLst>
            <a:ext uri="{909E8E84-426E-40DD-AFC4-6F175D3DCCD1}">
              <a14:hiddenFill xmlns:a14="http://schemas.microsoft.com/office/drawing/2010/main">
                <a:solidFill>
                  <a:srgbClr val="FFFFFF"/>
                </a:solidFill>
              </a14:hiddenFill>
            </a:ext>
          </a:extLst>
        </p:spPr>
      </p:pic>
      <p:pic>
        <p:nvPicPr>
          <p:cNvPr id="10" name="Bild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884000" y="4303827"/>
            <a:ext cx="1062990" cy="74752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PZ Folgeseite">
    <p:spTree>
      <p:nvGrpSpPr>
        <p:cNvPr id="1" name=""/>
        <p:cNvGrpSpPr/>
        <p:nvPr/>
      </p:nvGrpSpPr>
      <p:grpSpPr>
        <a:xfrm>
          <a:off x="0" y="0"/>
          <a:ext cx="0" cy="0"/>
          <a:chOff x="0" y="0"/>
          <a:chExt cx="0" cy="0"/>
        </a:xfrm>
      </p:grpSpPr>
      <p:sp>
        <p:nvSpPr>
          <p:cNvPr id="2" name="Titel 1"/>
          <p:cNvSpPr>
            <a:spLocks noGrp="1"/>
          </p:cNvSpPr>
          <p:nvPr>
            <p:ph type="title"/>
          </p:nvPr>
        </p:nvSpPr>
        <p:spPr>
          <a:xfrm>
            <a:off x="748186" y="195488"/>
            <a:ext cx="6469063" cy="429815"/>
          </a:xfrm>
        </p:spPr>
        <p:txBody>
          <a:bodyPr/>
          <a:lstStyle/>
          <a:p>
            <a:r>
              <a:rPr lang="de-DE" dirty="0"/>
              <a:t>Titelmasterformat durch Klicken bearbeiten</a:t>
            </a:r>
          </a:p>
        </p:txBody>
      </p:sp>
      <p:sp>
        <p:nvSpPr>
          <p:cNvPr id="3" name="Inhaltsplatzhalter 2"/>
          <p:cNvSpPr>
            <a:spLocks noGrp="1"/>
          </p:cNvSpPr>
          <p:nvPr>
            <p:ph idx="1"/>
          </p:nvPr>
        </p:nvSpPr>
        <p:spPr/>
        <p:txBody>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ußzeilenplatzhalter 4"/>
          <p:cNvSpPr>
            <a:spLocks noGrp="1"/>
          </p:cNvSpPr>
          <p:nvPr>
            <p:ph type="ftr" sz="quarter" idx="11"/>
          </p:nvPr>
        </p:nvSpPr>
        <p:spPr/>
        <p:txBody>
          <a:bodyPr/>
          <a:lstStyle>
            <a:lvl1pPr>
              <a:defRPr/>
            </a:lvl1pPr>
          </a:lstStyle>
          <a:p>
            <a:endParaRPr lang="de-DE"/>
          </a:p>
        </p:txBody>
      </p:sp>
      <p:sp>
        <p:nvSpPr>
          <p:cNvPr id="4" name="Foliennummernplatzhalter 3"/>
          <p:cNvSpPr>
            <a:spLocks noGrp="1"/>
          </p:cNvSpPr>
          <p:nvPr>
            <p:ph type="sldNum" sz="quarter" idx="10"/>
          </p:nvPr>
        </p:nvSpPr>
        <p:spPr>
          <a:xfrm>
            <a:off x="179512" y="4766400"/>
            <a:ext cx="504056" cy="288032"/>
          </a:xfrm>
        </p:spPr>
        <p:txBody>
          <a:bodyPr/>
          <a:lstStyle>
            <a:lvl1pPr algn="ctr">
              <a:defRPr/>
            </a:lvl1pPr>
          </a:lstStyle>
          <a:p>
            <a:fld id="{2F6078F4-E63E-4AA0-B8D1-966A19A57BCF}" type="slidenum">
              <a:rPr lang="de-DE" smtClean="0"/>
              <a:pPr/>
              <a:t>‹#›</a:t>
            </a:fld>
            <a:endParaRPr lang="de-DE" dirty="0"/>
          </a:p>
        </p:txBody>
      </p:sp>
    </p:spTree>
    <p:extLst>
      <p:ext uri="{BB962C8B-B14F-4D97-AF65-F5344CB8AC3E}">
        <p14:creationId xmlns:p14="http://schemas.microsoft.com/office/powerpoint/2010/main" val="5047034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tif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hteck 1"/>
          <p:cNvSpPr/>
          <p:nvPr userDrawn="1"/>
        </p:nvSpPr>
        <p:spPr bwMode="auto">
          <a:xfrm>
            <a:off x="0" y="4763350"/>
            <a:ext cx="900091" cy="287999"/>
          </a:xfrm>
          <a:prstGeom prst="rect">
            <a:avLst/>
          </a:prstGeom>
          <a:solidFill>
            <a:srgbClr val="009A44"/>
          </a:solidFill>
          <a:ln w="31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001E46"/>
              </a:buClr>
              <a:buSzTx/>
              <a:buFont typeface="Wingdings" pitchFamily="2" charset="2"/>
              <a:buNone/>
              <a:tabLst>
                <a:tab pos="1708150" algn="l"/>
              </a:tabLst>
            </a:pPr>
            <a:endParaRPr kumimoji="0" lang="de-DE" sz="1800" b="0" i="0" u="none" strike="noStrike" cap="none" normalizeH="0" baseline="0">
              <a:ln>
                <a:noFill/>
              </a:ln>
              <a:solidFill>
                <a:srgbClr val="4D4D4D"/>
              </a:solidFill>
              <a:effectLst/>
              <a:latin typeface="Arial" charset="0"/>
            </a:endParaRPr>
          </a:p>
        </p:txBody>
      </p:sp>
      <p:sp>
        <p:nvSpPr>
          <p:cNvPr id="11266" name="Rectangle 2"/>
          <p:cNvSpPr>
            <a:spLocks noGrp="1" noChangeArrowheads="1"/>
          </p:cNvSpPr>
          <p:nvPr>
            <p:ph type="title"/>
          </p:nvPr>
        </p:nvSpPr>
        <p:spPr bwMode="auto">
          <a:xfrm>
            <a:off x="755579" y="197720"/>
            <a:ext cx="6469063" cy="429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
        <p:nvSpPr>
          <p:cNvPr id="11270" name="Line 6"/>
          <p:cNvSpPr>
            <a:spLocks noChangeShapeType="1"/>
          </p:cNvSpPr>
          <p:nvPr/>
        </p:nvSpPr>
        <p:spPr bwMode="auto">
          <a:xfrm>
            <a:off x="-252535" y="843558"/>
            <a:ext cx="8136879" cy="0"/>
          </a:xfrm>
          <a:prstGeom prst="line">
            <a:avLst/>
          </a:prstGeom>
          <a:noFill/>
          <a:ln w="19050">
            <a:solidFill>
              <a:schemeClr val="tx1">
                <a:lumMod val="65000"/>
                <a:lumOff val="3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1271" name="Rectangle 7"/>
          <p:cNvSpPr>
            <a:spLocks noGrp="1" noChangeArrowheads="1"/>
          </p:cNvSpPr>
          <p:nvPr>
            <p:ph type="ftr" sz="quarter" idx="3"/>
          </p:nvPr>
        </p:nvSpPr>
        <p:spPr bwMode="auto">
          <a:xfrm>
            <a:off x="1581153" y="4806850"/>
            <a:ext cx="5832475"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de-DE" dirty="0"/>
          </a:p>
        </p:txBody>
      </p:sp>
      <p:sp>
        <p:nvSpPr>
          <p:cNvPr id="11275" name="Rectangle 11"/>
          <p:cNvSpPr>
            <a:spLocks noGrp="1" noChangeArrowheads="1"/>
          </p:cNvSpPr>
          <p:nvPr>
            <p:ph type="body" idx="1"/>
          </p:nvPr>
        </p:nvSpPr>
        <p:spPr bwMode="auto">
          <a:xfrm>
            <a:off x="745505" y="1121494"/>
            <a:ext cx="7345362" cy="3394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268" name="Rectangle 4"/>
          <p:cNvSpPr>
            <a:spLocks noGrp="1" noChangeArrowheads="1"/>
          </p:cNvSpPr>
          <p:nvPr>
            <p:ph type="sldNum" sz="quarter" idx="4"/>
          </p:nvPr>
        </p:nvSpPr>
        <p:spPr bwMode="auto">
          <a:xfrm>
            <a:off x="179512" y="4766400"/>
            <a:ext cx="504056" cy="288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FontTx/>
              <a:buNone/>
              <a:defRPr sz="1200">
                <a:solidFill>
                  <a:schemeClr val="bg1"/>
                </a:solidFill>
              </a:defRPr>
            </a:lvl1pPr>
          </a:lstStyle>
          <a:p>
            <a:fld id="{DF3E0165-EB73-48AD-AEF8-8E221AA3BE02}" type="slidenum">
              <a:rPr lang="de-DE" smtClean="0"/>
              <a:pPr/>
              <a:t>‹#›</a:t>
            </a:fld>
            <a:endParaRPr lang="de-DE" dirty="0"/>
          </a:p>
        </p:txBody>
      </p:sp>
      <p:pic>
        <p:nvPicPr>
          <p:cNvPr id="9" name="Bild 8" descr="DPZ_ohne schrift_CMYK.tif"/>
          <p:cNvPicPr>
            <a:picLocks noChangeAspect="1"/>
          </p:cNvPicPr>
          <p:nvPr userDrawn="1"/>
        </p:nvPicPr>
        <p:blipFill rotWithShape="1">
          <a:blip r:embed="rId4" cstate="print">
            <a:extLst>
              <a:ext uri="{28A0092B-C50C-407E-A947-70E740481C1C}">
                <a14:useLocalDpi xmlns:a14="http://schemas.microsoft.com/office/drawing/2010/main" val="0"/>
              </a:ext>
            </a:extLst>
          </a:blip>
          <a:srcRect l="13003" t="10987" r="12188" b="16871"/>
          <a:stretch/>
        </p:blipFill>
        <p:spPr>
          <a:xfrm>
            <a:off x="7992000" y="123555"/>
            <a:ext cx="968762" cy="647995"/>
          </a:xfrm>
          <a:prstGeom prst="rect">
            <a:avLst/>
          </a:prstGeom>
        </p:spPr>
      </p:pic>
      <p:pic>
        <p:nvPicPr>
          <p:cNvPr id="3" name="Bild 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84000" y="4303827"/>
            <a:ext cx="1062990" cy="747522"/>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4" r:id="rId2"/>
  </p:sldLayoutIdLst>
  <p:hf hdr="0" ftr="0" dt="0"/>
  <p:txStyles>
    <p:titleStyle>
      <a:lvl1pPr algn="l" rtl="0" eaLnBrk="1" fontAlgn="base" hangingPunct="1">
        <a:spcBef>
          <a:spcPct val="0"/>
        </a:spcBef>
        <a:spcAft>
          <a:spcPct val="0"/>
        </a:spcAft>
        <a:defRPr sz="2400">
          <a:solidFill>
            <a:srgbClr val="333333"/>
          </a:solidFill>
          <a:latin typeface="+mj-lt"/>
          <a:ea typeface="+mj-ea"/>
          <a:cs typeface="+mj-cs"/>
        </a:defRPr>
      </a:lvl1pPr>
      <a:lvl2pPr algn="l" rtl="0" eaLnBrk="1" fontAlgn="base" hangingPunct="1">
        <a:spcBef>
          <a:spcPct val="0"/>
        </a:spcBef>
        <a:spcAft>
          <a:spcPct val="0"/>
        </a:spcAft>
        <a:defRPr sz="2400">
          <a:solidFill>
            <a:srgbClr val="001E46"/>
          </a:solidFill>
          <a:latin typeface="Arial" charset="0"/>
        </a:defRPr>
      </a:lvl2pPr>
      <a:lvl3pPr algn="l" rtl="0" eaLnBrk="1" fontAlgn="base" hangingPunct="1">
        <a:spcBef>
          <a:spcPct val="0"/>
        </a:spcBef>
        <a:spcAft>
          <a:spcPct val="0"/>
        </a:spcAft>
        <a:defRPr sz="2400">
          <a:solidFill>
            <a:srgbClr val="001E46"/>
          </a:solidFill>
          <a:latin typeface="Arial" charset="0"/>
        </a:defRPr>
      </a:lvl3pPr>
      <a:lvl4pPr algn="l" rtl="0" eaLnBrk="1" fontAlgn="base" hangingPunct="1">
        <a:spcBef>
          <a:spcPct val="0"/>
        </a:spcBef>
        <a:spcAft>
          <a:spcPct val="0"/>
        </a:spcAft>
        <a:defRPr sz="2400">
          <a:solidFill>
            <a:srgbClr val="001E46"/>
          </a:solidFill>
          <a:latin typeface="Arial" charset="0"/>
        </a:defRPr>
      </a:lvl4pPr>
      <a:lvl5pPr algn="l" rtl="0" eaLnBrk="1" fontAlgn="base" hangingPunct="1">
        <a:spcBef>
          <a:spcPct val="0"/>
        </a:spcBef>
        <a:spcAft>
          <a:spcPct val="0"/>
        </a:spcAft>
        <a:defRPr sz="2400">
          <a:solidFill>
            <a:srgbClr val="001E46"/>
          </a:solidFill>
          <a:latin typeface="Arial" charset="0"/>
        </a:defRPr>
      </a:lvl5pPr>
      <a:lvl6pPr marL="457200" algn="l" rtl="0" eaLnBrk="1" fontAlgn="base" hangingPunct="1">
        <a:spcBef>
          <a:spcPct val="0"/>
        </a:spcBef>
        <a:spcAft>
          <a:spcPct val="0"/>
        </a:spcAft>
        <a:defRPr sz="2400">
          <a:solidFill>
            <a:srgbClr val="001E46"/>
          </a:solidFill>
          <a:latin typeface="Arial" charset="0"/>
        </a:defRPr>
      </a:lvl6pPr>
      <a:lvl7pPr marL="914400" algn="l" rtl="0" eaLnBrk="1" fontAlgn="base" hangingPunct="1">
        <a:spcBef>
          <a:spcPct val="0"/>
        </a:spcBef>
        <a:spcAft>
          <a:spcPct val="0"/>
        </a:spcAft>
        <a:defRPr sz="2400">
          <a:solidFill>
            <a:srgbClr val="001E46"/>
          </a:solidFill>
          <a:latin typeface="Arial" charset="0"/>
        </a:defRPr>
      </a:lvl7pPr>
      <a:lvl8pPr marL="1371600" algn="l" rtl="0" eaLnBrk="1" fontAlgn="base" hangingPunct="1">
        <a:spcBef>
          <a:spcPct val="0"/>
        </a:spcBef>
        <a:spcAft>
          <a:spcPct val="0"/>
        </a:spcAft>
        <a:defRPr sz="2400">
          <a:solidFill>
            <a:srgbClr val="001E46"/>
          </a:solidFill>
          <a:latin typeface="Arial" charset="0"/>
        </a:defRPr>
      </a:lvl8pPr>
      <a:lvl9pPr marL="1828800" algn="l" rtl="0" eaLnBrk="1" fontAlgn="base" hangingPunct="1">
        <a:spcBef>
          <a:spcPct val="0"/>
        </a:spcBef>
        <a:spcAft>
          <a:spcPct val="0"/>
        </a:spcAft>
        <a:defRPr sz="2400">
          <a:solidFill>
            <a:srgbClr val="001E46"/>
          </a:solidFill>
          <a:latin typeface="Arial" charset="0"/>
        </a:defRPr>
      </a:lvl9pPr>
    </p:titleStyle>
    <p:bodyStyle>
      <a:lvl1pPr marL="176213" indent="-176213" algn="l" rtl="0" eaLnBrk="1" fontAlgn="base" hangingPunct="1">
        <a:spcBef>
          <a:spcPct val="20000"/>
        </a:spcBef>
        <a:spcAft>
          <a:spcPct val="0"/>
        </a:spcAft>
        <a:buClr>
          <a:srgbClr val="009A44"/>
        </a:buClr>
        <a:buFont typeface="Wingdings" pitchFamily="2" charset="2"/>
        <a:buChar char="§"/>
        <a:defRPr>
          <a:solidFill>
            <a:srgbClr val="333333"/>
          </a:solidFill>
          <a:latin typeface="+mn-lt"/>
          <a:ea typeface="+mn-ea"/>
          <a:cs typeface="+mn-cs"/>
        </a:defRPr>
      </a:lvl1pPr>
      <a:lvl2pPr marL="539750" indent="-184150" algn="l" rtl="0" eaLnBrk="1" fontAlgn="base" hangingPunct="1">
        <a:spcBef>
          <a:spcPct val="20000"/>
        </a:spcBef>
        <a:spcAft>
          <a:spcPct val="0"/>
        </a:spcAft>
        <a:buClr>
          <a:srgbClr val="001E46"/>
        </a:buClr>
        <a:buChar char="-"/>
        <a:defRPr>
          <a:solidFill>
            <a:srgbClr val="333333"/>
          </a:solidFill>
          <a:latin typeface="+mn-lt"/>
        </a:defRPr>
      </a:lvl2pPr>
      <a:lvl3pPr marL="892175" indent="-173038" algn="l" rtl="0" eaLnBrk="1" fontAlgn="base" hangingPunct="1">
        <a:spcBef>
          <a:spcPct val="20000"/>
        </a:spcBef>
        <a:spcAft>
          <a:spcPct val="0"/>
        </a:spcAft>
        <a:buClr>
          <a:srgbClr val="009A44"/>
        </a:buClr>
        <a:buChar char="•"/>
        <a:defRPr>
          <a:solidFill>
            <a:srgbClr val="333333"/>
          </a:solidFill>
          <a:latin typeface="+mn-lt"/>
        </a:defRPr>
      </a:lvl3pPr>
      <a:lvl4pPr marL="1344613" indent="-268288" algn="l" rtl="0" eaLnBrk="1" fontAlgn="base" hangingPunct="1">
        <a:spcBef>
          <a:spcPct val="20000"/>
        </a:spcBef>
        <a:spcAft>
          <a:spcPct val="0"/>
        </a:spcAft>
        <a:buClr>
          <a:srgbClr val="001E46"/>
        </a:buClr>
        <a:buChar char="-"/>
        <a:defRPr>
          <a:solidFill>
            <a:srgbClr val="333333"/>
          </a:solidFill>
          <a:latin typeface="+mn-lt"/>
        </a:defRPr>
      </a:lvl4pPr>
      <a:lvl5pPr marL="1711325" indent="-187325" algn="l" rtl="0" eaLnBrk="1" fontAlgn="base" hangingPunct="1">
        <a:spcBef>
          <a:spcPct val="20000"/>
        </a:spcBef>
        <a:spcAft>
          <a:spcPct val="0"/>
        </a:spcAft>
        <a:buClr>
          <a:srgbClr val="001E46"/>
        </a:buClr>
        <a:buFont typeface="Arial" charset="0"/>
        <a:buChar char="»"/>
        <a:defRPr>
          <a:solidFill>
            <a:srgbClr val="333333"/>
          </a:solidFill>
          <a:latin typeface="+mn-lt"/>
        </a:defRPr>
      </a:lvl5pPr>
      <a:lvl6pPr marL="2168525" indent="-187325" algn="l" rtl="0" eaLnBrk="1" fontAlgn="base" hangingPunct="1">
        <a:spcBef>
          <a:spcPct val="20000"/>
        </a:spcBef>
        <a:spcAft>
          <a:spcPct val="0"/>
        </a:spcAft>
        <a:buClr>
          <a:srgbClr val="001E46"/>
        </a:buClr>
        <a:buFont typeface="Arial" charset="0"/>
        <a:buChar char="»"/>
        <a:defRPr>
          <a:solidFill>
            <a:srgbClr val="4D4D4D"/>
          </a:solidFill>
          <a:latin typeface="+mn-lt"/>
        </a:defRPr>
      </a:lvl6pPr>
      <a:lvl7pPr marL="2625725" indent="-187325" algn="l" rtl="0" eaLnBrk="1" fontAlgn="base" hangingPunct="1">
        <a:spcBef>
          <a:spcPct val="20000"/>
        </a:spcBef>
        <a:spcAft>
          <a:spcPct val="0"/>
        </a:spcAft>
        <a:buClr>
          <a:srgbClr val="001E46"/>
        </a:buClr>
        <a:buFont typeface="Arial" charset="0"/>
        <a:buChar char="»"/>
        <a:defRPr>
          <a:solidFill>
            <a:srgbClr val="4D4D4D"/>
          </a:solidFill>
          <a:latin typeface="+mn-lt"/>
        </a:defRPr>
      </a:lvl7pPr>
      <a:lvl8pPr marL="3082925" indent="-187325" algn="l" rtl="0" eaLnBrk="1" fontAlgn="base" hangingPunct="1">
        <a:spcBef>
          <a:spcPct val="20000"/>
        </a:spcBef>
        <a:spcAft>
          <a:spcPct val="0"/>
        </a:spcAft>
        <a:buClr>
          <a:srgbClr val="001E46"/>
        </a:buClr>
        <a:buFont typeface="Arial" charset="0"/>
        <a:buChar char="»"/>
        <a:defRPr>
          <a:solidFill>
            <a:srgbClr val="4D4D4D"/>
          </a:solidFill>
          <a:latin typeface="+mn-lt"/>
        </a:defRPr>
      </a:lvl8pPr>
      <a:lvl9pPr marL="3540125" indent="-187325" algn="l" rtl="0" eaLnBrk="1" fontAlgn="base" hangingPunct="1">
        <a:spcBef>
          <a:spcPct val="20000"/>
        </a:spcBef>
        <a:spcAft>
          <a:spcPct val="0"/>
        </a:spcAft>
        <a:buClr>
          <a:srgbClr val="001E46"/>
        </a:buClr>
        <a:buFont typeface="Arial" charset="0"/>
        <a:buChar char="»"/>
        <a:defRPr>
          <a:solidFill>
            <a:srgbClr val="4D4D4D"/>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573E5A4B-DAAC-6E46-983E-78916E025C95}"/>
              </a:ext>
            </a:extLst>
          </p:cNvPr>
          <p:cNvSpPr>
            <a:spLocks noGrp="1"/>
          </p:cNvSpPr>
          <p:nvPr>
            <p:ph type="ctrTitle"/>
          </p:nvPr>
        </p:nvSpPr>
        <p:spPr>
          <a:xfrm>
            <a:off x="1852888" y="1900400"/>
            <a:ext cx="5435346" cy="832041"/>
          </a:xfrm>
        </p:spPr>
        <p:txBody>
          <a:bodyPr/>
          <a:lstStyle/>
          <a:p>
            <a:r>
              <a:rPr lang="de-DE" dirty="0">
                <a:latin typeface="Arial"/>
                <a:ea typeface="Roboto Condensed"/>
                <a:cs typeface="Arial"/>
              </a:rPr>
              <a:t>Raymundo Báez Mendoza, PhD</a:t>
            </a:r>
            <a:endParaRPr lang="en-US" dirty="0">
              <a:cs typeface="Arial"/>
            </a:endParaRPr>
          </a:p>
        </p:txBody>
      </p:sp>
      <p:sp>
        <p:nvSpPr>
          <p:cNvPr id="6" name="Untertitel 5">
            <a:extLst>
              <a:ext uri="{FF2B5EF4-FFF2-40B4-BE49-F238E27FC236}">
                <a16:creationId xmlns:a16="http://schemas.microsoft.com/office/drawing/2014/main" id="{9D624F7D-1F85-A847-B0B3-C9A2F1FE2F5A}"/>
              </a:ext>
            </a:extLst>
          </p:cNvPr>
          <p:cNvSpPr>
            <a:spLocks noGrp="1"/>
          </p:cNvSpPr>
          <p:nvPr>
            <p:ph type="subTitle" idx="1"/>
          </p:nvPr>
        </p:nvSpPr>
        <p:spPr>
          <a:xfrm>
            <a:off x="3336513" y="2730587"/>
            <a:ext cx="5210183" cy="1152432"/>
          </a:xfrm>
        </p:spPr>
        <p:txBody>
          <a:bodyPr/>
          <a:lstStyle/>
          <a:p>
            <a:r>
              <a:rPr lang="de-DE" dirty="0">
                <a:latin typeface="Arial"/>
                <a:ea typeface="Roboto Condensed"/>
                <a:cs typeface="Arial"/>
              </a:rPr>
              <a:t>Group Leader - </a:t>
            </a:r>
            <a:r>
              <a:rPr lang="en-US" dirty="0">
                <a:latin typeface="Arial"/>
                <a:ea typeface="Roboto Condensed"/>
                <a:cs typeface="Arial"/>
              </a:rPr>
              <a:t>Social</a:t>
            </a:r>
            <a:r>
              <a:rPr lang="de-DE" dirty="0">
                <a:latin typeface="Arial"/>
                <a:ea typeface="Roboto Condensed"/>
                <a:cs typeface="Arial"/>
              </a:rPr>
              <a:t> </a:t>
            </a:r>
            <a:r>
              <a:rPr lang="en-US" dirty="0">
                <a:latin typeface="Arial"/>
                <a:ea typeface="Roboto Condensed"/>
                <a:cs typeface="Arial"/>
              </a:rPr>
              <a:t>Neurobiology</a:t>
            </a:r>
            <a:r>
              <a:rPr lang="de-DE" dirty="0">
                <a:latin typeface="Arial"/>
                <a:ea typeface="Roboto Condensed"/>
                <a:cs typeface="Arial"/>
              </a:rPr>
              <a:t> Lab</a:t>
            </a:r>
          </a:p>
          <a:p>
            <a:endParaRPr lang="de-DE" dirty="0">
              <a:ea typeface="Roboto Condensed"/>
              <a:cs typeface="Arial"/>
            </a:endParaRPr>
          </a:p>
          <a:p>
            <a:r>
              <a:rPr lang="en-US" dirty="0">
                <a:ea typeface="Roboto Condensed"/>
                <a:cs typeface="Arial"/>
              </a:rPr>
              <a:t>"</a:t>
            </a:r>
            <a:r>
              <a:rPr lang="en-US" dirty="0">
                <a:ea typeface="Roboto Condensed"/>
                <a:cs typeface="+mn-lt"/>
              </a:rPr>
              <a:t>Prefrontal Mechanisms of Group Behavior"</a:t>
            </a:r>
            <a:endParaRPr lang="en-US" dirty="0">
              <a:ea typeface="Roboto Condensed"/>
              <a:cs typeface="Arial"/>
            </a:endParaRPr>
          </a:p>
        </p:txBody>
      </p:sp>
      <p:pic>
        <p:nvPicPr>
          <p:cNvPr id="2" name="Picture 1" descr="A group of people posing for a photo&#10;&#10;AI-generated content may be incorrect.">
            <a:extLst>
              <a:ext uri="{FF2B5EF4-FFF2-40B4-BE49-F238E27FC236}">
                <a16:creationId xmlns:a16="http://schemas.microsoft.com/office/drawing/2014/main" id="{ED26D89A-4FCE-CEA9-ACBC-86CFC070430E}"/>
              </a:ext>
            </a:extLst>
          </p:cNvPr>
          <p:cNvPicPr>
            <a:picLocks noChangeAspect="1"/>
          </p:cNvPicPr>
          <p:nvPr/>
        </p:nvPicPr>
        <p:blipFill>
          <a:blip r:embed="rId3"/>
          <a:stretch>
            <a:fillRect/>
          </a:stretch>
        </p:blipFill>
        <p:spPr>
          <a:xfrm>
            <a:off x="194813" y="2825189"/>
            <a:ext cx="3045393" cy="1712985"/>
          </a:xfrm>
          <a:prstGeom prst="rect">
            <a:avLst/>
          </a:prstGeom>
        </p:spPr>
      </p:pic>
      <p:pic>
        <p:nvPicPr>
          <p:cNvPr id="4" name="Picture 3" descr="A qr code with a white background&#10;&#10;AI-generated content may be incorrect.">
            <a:extLst>
              <a:ext uri="{FF2B5EF4-FFF2-40B4-BE49-F238E27FC236}">
                <a16:creationId xmlns:a16="http://schemas.microsoft.com/office/drawing/2014/main" id="{7287B62D-75C8-2259-FC16-2A7EFA3BF642}"/>
              </a:ext>
            </a:extLst>
          </p:cNvPr>
          <p:cNvPicPr>
            <a:picLocks noChangeAspect="1"/>
          </p:cNvPicPr>
          <p:nvPr/>
        </p:nvPicPr>
        <p:blipFill>
          <a:blip r:embed="rId4"/>
          <a:stretch>
            <a:fillRect/>
          </a:stretch>
        </p:blipFill>
        <p:spPr>
          <a:xfrm>
            <a:off x="5392" y="0"/>
            <a:ext cx="1509623" cy="1509623"/>
          </a:xfrm>
          <a:prstGeom prst="rect">
            <a:avLst/>
          </a:prstGeom>
        </p:spPr>
      </p:pic>
      <p:sp>
        <p:nvSpPr>
          <p:cNvPr id="5" name="TextBox 4">
            <a:extLst>
              <a:ext uri="{FF2B5EF4-FFF2-40B4-BE49-F238E27FC236}">
                <a16:creationId xmlns:a16="http://schemas.microsoft.com/office/drawing/2014/main" id="{739558E4-4AF5-4278-6A72-671827B3C981}"/>
              </a:ext>
            </a:extLst>
          </p:cNvPr>
          <p:cNvSpPr txBox="1"/>
          <p:nvPr/>
        </p:nvSpPr>
        <p:spPr>
          <a:xfrm>
            <a:off x="2005306" y="592368"/>
            <a:ext cx="14923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Lab Website</a:t>
            </a:r>
            <a:endParaRPr lang="en-US" dirty="0"/>
          </a:p>
        </p:txBody>
      </p:sp>
      <p:sp>
        <p:nvSpPr>
          <p:cNvPr id="7" name="Arrow: Left 6">
            <a:extLst>
              <a:ext uri="{FF2B5EF4-FFF2-40B4-BE49-F238E27FC236}">
                <a16:creationId xmlns:a16="http://schemas.microsoft.com/office/drawing/2014/main" id="{DEA85049-C2B8-59D2-233D-970906751FD1}"/>
              </a:ext>
            </a:extLst>
          </p:cNvPr>
          <p:cNvSpPr/>
          <p:nvPr/>
        </p:nvSpPr>
        <p:spPr bwMode="auto">
          <a:xfrm>
            <a:off x="1518190" y="536353"/>
            <a:ext cx="492633" cy="456057"/>
          </a:xfrm>
          <a:prstGeom prst="leftArrow">
            <a:avLst/>
          </a:prstGeom>
          <a:no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001E46"/>
              </a:buClr>
              <a:buSzTx/>
              <a:buFont typeface="Wingdings" pitchFamily="2" charset="2"/>
              <a:buNone/>
              <a:tabLst>
                <a:tab pos="1708150" algn="l"/>
              </a:tabLst>
            </a:pPr>
            <a:endParaRPr kumimoji="0" lang="en-US" sz="1800" b="0" i="0" u="none" strike="noStrike" cap="none" normalizeH="0" baseline="0">
              <a:ln>
                <a:noFill/>
              </a:ln>
              <a:solidFill>
                <a:srgbClr val="4D4D4D"/>
              </a:solidFill>
              <a:effectLst/>
              <a:latin typeface="Arial" charset="0"/>
            </a:endParaRPr>
          </a:p>
        </p:txBody>
      </p:sp>
    </p:spTree>
    <p:extLst>
      <p:ext uri="{BB962C8B-B14F-4D97-AF65-F5344CB8AC3E}">
        <p14:creationId xmlns:p14="http://schemas.microsoft.com/office/powerpoint/2010/main" val="2484240885"/>
      </p:ext>
    </p:extLst>
  </p:cSld>
  <p:clrMapOvr>
    <a:masterClrMapping/>
  </p:clrMapOvr>
</p:sld>
</file>

<file path=ppt/theme/theme1.xml><?xml version="1.0" encoding="utf-8"?>
<a:theme xmlns:a="http://schemas.openxmlformats.org/drawingml/2006/main" name="DPZ">
  <a:themeElements>
    <a:clrScheme name="1_Master_Standa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Master_Standar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rgbClr val="001E46"/>
          </a:buClr>
          <a:buSzTx/>
          <a:buFont typeface="Wingdings" pitchFamily="2" charset="2"/>
          <a:buNone/>
          <a:tabLst>
            <a:tab pos="1708150" algn="l"/>
          </a:tabLst>
          <a:defRPr kumimoji="0" lang="de-DE" sz="1800" b="0" i="0" u="none" strike="noStrike" cap="none" normalizeH="0" baseline="0" smtClean="0">
            <a:ln>
              <a:noFill/>
            </a:ln>
            <a:solidFill>
              <a:srgbClr val="4D4D4D"/>
            </a:solidFill>
            <a:effectLst/>
            <a:latin typeface="Arial" charset="0"/>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rgbClr val="001E46"/>
          </a:buClr>
          <a:buSzTx/>
          <a:buFont typeface="Wingdings" pitchFamily="2" charset="2"/>
          <a:buNone/>
          <a:tabLst>
            <a:tab pos="1708150" algn="l"/>
          </a:tabLst>
          <a:defRPr kumimoji="0" lang="de-DE" sz="1800" b="0" i="0" u="none" strike="noStrike" cap="none" normalizeH="0" baseline="0" smtClean="0">
            <a:ln>
              <a:noFill/>
            </a:ln>
            <a:solidFill>
              <a:srgbClr val="4D4D4D"/>
            </a:solidFill>
            <a:effectLst/>
            <a:latin typeface="Arial" charset="0"/>
          </a:defRPr>
        </a:defPPr>
      </a:lstStyle>
    </a:lnDef>
  </a:objectDefaults>
  <a:extraClrSchemeLst>
    <a:extraClrScheme>
      <a:clrScheme name="1_Master_Standa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Master_Standa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Master_Standa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Master_Standa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Master_Standa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Master_Standa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Master_Standar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Master_Standa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Master_Standa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Master_Standa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Master_Standa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Master_Standa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~9393935</Template>
  <TotalTime>0</TotalTime>
  <Words>5</Words>
  <Application>Microsoft Office PowerPoint</Application>
  <PresentationFormat>On-screen Show (16:9)</PresentationFormat>
  <Paragraphs>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DPZ</vt:lpstr>
      <vt:lpstr>Raymundo Báez Mendoza, PhD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GlaweM</dc:creator>
  <cp:lastModifiedBy>Microsoft Office User</cp:lastModifiedBy>
  <cp:revision>197</cp:revision>
  <cp:lastPrinted>2017-04-25T07:43:36Z</cp:lastPrinted>
  <dcterms:created xsi:type="dcterms:W3CDTF">2012-10-16T10:22:04Z</dcterms:created>
  <dcterms:modified xsi:type="dcterms:W3CDTF">2025-12-08T01:19:39Z</dcterms:modified>
</cp:coreProperties>
</file>